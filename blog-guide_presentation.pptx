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1B47B1-C8BC-4159-B395-E1D399990D0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F96CC3-AC61-47DE-82CB-D244C946C5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99E2F5-8B06-4F44-B391-41B286778F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EA1A16-CB95-4CDF-BBAD-E62B5FF1B4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203464-AFF3-4BAF-9BCA-97D275EC7A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989891-7AC1-4255-A74B-CAE4658794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8D1BA2-ADEF-407D-88B5-F4B2ABC097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2E6DF1-DA24-4261-BA20-1DC4D2E1F3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BD578A-B23D-4835-ADDA-EC74AFA15C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E29AEB-F24A-4045-ABF8-CC7D736A7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0E6F2F-B18B-4919-AFAE-3B4727CFD4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1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s://unsplash.com/@tozakfikret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hyperlink" Target="https://unsplash.com/@heyquilia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hyperlink" Target="https://unsplash.com/@microsoftedge?utm_source=slidepoint&amp;utm_medium=referral" TargetMode="External"/><Relationship Id="rId4" Type="http://schemas.openxmlformats.org/officeDocument/2006/relationships/hyperlink" Target="https://unsplash.com/?utm_source=slidepoint&amp;utm_medium=referra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1080000" y="720000"/>
            <a:ext cx="9899280" cy="4139280"/>
          </a:xfrm>
          <a:prstGeom prst="rect">
            <a:avLst/>
          </a:prstGeom>
          <a:solidFill>
            <a:srgbClr val="CCCCCC">
              <a:alpha val="20000"/>
            </a:srgbClr>
          </a:solid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400" cy="25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Как начать вести блог в социальных сетях?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Информационный проект-руководство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740000" y="4680000"/>
            <a:ext cx="4451400" cy="21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Сираев Марат, 9 «И».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100000" y="4500000"/>
            <a:ext cx="3599280" cy="1259280"/>
          </a:xfrm>
          <a:prstGeom prst="rect">
            <a:avLst/>
          </a:prstGeom>
          <a:solidFill>
            <a:srgbClr val="B2B2B2">
              <a:alpha val="20000"/>
            </a:srgbClr>
          </a:solid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1" descr="preencoded.png"/>
          <p:cNvPicPr/>
          <p:nvPr/>
        </p:nvPicPr>
        <p:blipFill>
          <a:blip r:embed="rId2"/>
          <a:stretch/>
        </p:blipFill>
        <p:spPr>
          <a:xfrm>
            <a:off x="831240" y="498600"/>
            <a:ext cx="4803480" cy="48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6234480" y="4987800"/>
            <a:ext cx="7480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Автор фото: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3"/>
              </a:rPr>
              <a:t>Fikret tozak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на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4"/>
              </a:rPr>
              <a:t>Unsplash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6234480" y="1248840"/>
            <a:ext cx="59839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Обоснование выбора темы проекта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6234480" y="2327400"/>
            <a:ext cx="5817600" cy="167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Многие люди хотят делиться своими знаниями, увлечениями или опытом в интернете, но не знают, с чего начать вести блог. Отсутствие чёткого руководства, страх технических сложностей и непонимание основ продвижения становятся барьерами для начинающих. Данный проект призван решить эту проблему, предоставив пошаговое руководство.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415800" y="8334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Актуальность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выбранной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темы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15800" y="2078280"/>
            <a:ext cx="3323520" cy="19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Блогинг остаётся одним из самых популярных способов самовыражения, монетизации знаний и построения личного бренда.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00000" y="2700000"/>
            <a:ext cx="332352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С развитием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социальных сетей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платформ для ведения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блогов (Telegram,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Яндекс.Дзен, YouTube,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WordPress) эта тема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становится всё более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востребованной среди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школьников,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студентов и взрослых.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8375400" y="2340000"/>
            <a:ext cx="33235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Благодаря блогингу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многие люди находят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новых друзей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единомышленников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по всему миру.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Image 1" descr="preencoded.png"/>
          <p:cNvPicPr/>
          <p:nvPr/>
        </p:nvPicPr>
        <p:blipFill>
          <a:blip r:embed="rId2"/>
          <a:stretch/>
        </p:blipFill>
        <p:spPr>
          <a:xfrm>
            <a:off x="498600" y="415800"/>
            <a:ext cx="3306960" cy="60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0"/>
          <p:cNvSpPr/>
          <p:nvPr/>
        </p:nvSpPr>
        <p:spPr>
          <a:xfrm>
            <a:off x="4696560" y="5819040"/>
            <a:ext cx="7480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Автор фото: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3"/>
              </a:rPr>
              <a:t>Kenny Eliason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на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4"/>
              </a:rPr>
              <a:t>Unsplash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696560" y="1082880"/>
            <a:ext cx="59839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Информационн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ый поиск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4696560" y="2078280"/>
            <a:ext cx="581760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Проведён анализ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существующих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руководств,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видеоуроков, статей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курсов по созданию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блогов. Также изучены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популярные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платформы для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ведения блогов, их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возможности,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преимущества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недостатки.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696560" y="3740760"/>
            <a:ext cx="58176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Выявлены наиболее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эффективные подходы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 инструменты для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успешного ведения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блога. Определены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ключевые факторы,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влияющие на выбор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платформы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стратегию развития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0"/>
          <p:cNvSpPr/>
          <p:nvPr/>
        </p:nvSpPr>
        <p:spPr>
          <a:xfrm>
            <a:off x="1454760" y="75024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Анализ идей и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выбор идей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проектировани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я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1454760" y="2078280"/>
            <a:ext cx="99738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На основе исследования предложены несколько вариантов построения блога: выбор платформы (соцсети vs. самостоятельный сайт), определение тематики (личный дневник, образовательный, развлекательный блог), выбор стратегии контента (текст, видео, аудио, комбинированный формат). Также важно разработать план публикаций и взаимодействия с аудиторией для достижения поставленных целей.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1454760" y="324180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1" descr="preencoded.png"/>
          <p:cNvPicPr/>
          <p:nvPr/>
        </p:nvPicPr>
        <p:blipFill>
          <a:blip r:embed="rId2"/>
          <a:stretch/>
        </p:blipFill>
        <p:spPr>
          <a:xfrm>
            <a:off x="498600" y="415800"/>
            <a:ext cx="3306960" cy="60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0"/>
          <p:cNvSpPr/>
          <p:nvPr/>
        </p:nvSpPr>
        <p:spPr>
          <a:xfrm>
            <a:off x="4696560" y="5819040"/>
            <a:ext cx="74800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Автор фото: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3"/>
              </a:rPr>
              <a:t>Microsoft Edge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на </a:t>
            </a:r>
            <a:r>
              <a:rPr lang="en-US" sz="14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4"/>
              </a:rPr>
              <a:t>Unsplash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696560" y="1082880"/>
            <a:ext cx="59839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Постановка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цели и задач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проекта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4696560" y="2078280"/>
            <a:ext cx="58176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Цель: создать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пошаговое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руководство для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начинающих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блогеров. Задачи: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изучить основные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этапы создания блога,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выбрать оптимальные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платформы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инструменты,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разработать структуру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 дизайн примера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блога, подготовить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рекомендации по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продвижению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монетизации.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4696560" y="3740760"/>
            <a:ext cx="58176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Оценить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эффективность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применяемых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стратегий 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инструментов через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анализ ключевых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метрик и обратной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связи от аудитории.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1454760" y="75024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Выбор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технологии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выполнения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проекта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1454760" y="2078280"/>
            <a:ext cx="99738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Рассмотрены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платформы: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Blogger,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WordPress.com,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Telegram, Tilda,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Wix,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WordPress.org,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VK, Яндекс.Дзен.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Критерии: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простота,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функционал,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масштабировани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Noto Sans CJK SC"/>
              </a:rPr>
              <a:t>е, модульность.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454760" y="324180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540000" y="49932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 чего начать?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(выбор ниши)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456120" y="2520000"/>
            <a:ext cx="3323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О чём я могу говорить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часами?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4416120" y="2340000"/>
            <a:ext cx="3323520" cy="167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Что у меня получается лучше, чем у других?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8556120" y="2600640"/>
            <a:ext cx="332352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На какую тему люди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чаще всего советуются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со мной?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40000" y="1080000"/>
            <a:ext cx="467964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Не стоит искать «идеальную» тему. Начни с того, что тебе самому интересно!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Задай себе вопросы: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"/>
          <p:cNvSpPr/>
          <p:nvPr/>
        </p:nvSpPr>
        <p:spPr>
          <a:xfrm>
            <a:off x="0" y="-180000"/>
            <a:ext cx="94039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Выбор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платформы.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Сравнительная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таблица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831240" y="3757320"/>
            <a:ext cx="58176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"/>
          <p:cNvGraphicFramePr/>
          <p:nvPr/>
        </p:nvGraphicFramePr>
        <p:xfrm>
          <a:off x="62640" y="253800"/>
          <a:ext cx="11879280" cy="6231960"/>
        </p:xfrm>
        <a:graphic>
          <a:graphicData uri="http://schemas.openxmlformats.org/drawingml/2006/table">
            <a:tbl>
              <a:tblPr/>
              <a:tblGrid>
                <a:gridCol w="2342880"/>
                <a:gridCol w="2342880"/>
                <a:gridCol w="2342880"/>
                <a:gridCol w="2342880"/>
                <a:gridCol w="2508120"/>
              </a:tblGrid>
              <a:tr h="2401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Платформа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Тип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Кому подойдёт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Плюсы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Минусы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Blogger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Бесплатная платформа от Google.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Новидкам с нулевым бюджетом, кто хочет попробовать себя в текстах без вложений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Полностью бесплатно, нет проблем с хостингом, интеграция с сервисами Google (AdSense, Analytics)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Устаревший интерфейс и шаблоны, мало возможностей для кастомизации, Google может закрыть проект в любой момент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1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WordPress.com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Управляемая хостинг-платформа (есть бесплатные и платные тарифы).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Хобби-блогерамв и новичкам, которые хотят WordPress, но не хотят разбираться в хостинге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Простая регистрация, всё работает из коробки, безопасность и обновления на стороне сервиса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 бесплатном тарифе — реклама платформы на твоём блоге, нельзя ставить стороннюю рекламу (в т.ч. AdSense), ограниченный функционал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Tilda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Конструктор сайтов (блоки, визуальный редактор).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Авторов, для которых важен красивый и стильный дизайн (портфолио, лендинги, проекты)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Очень красивые и современные шаблоны, удобный «блочный» конструктор, подходит для создания сайтов-визиток.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 лучший вариант для ведения полноценного блога с кучей статей (ограничения по структуре), платная.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Wix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Конструктор сайтов с самым гибким дизайном.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Творческих людей, предпринимателей, кому нужен нестандартный дизайн и полная свобода вёрстки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Мощный drag-and-drop: можно двигать любой элемент, огромный каталог шаблонов, всё включено в цену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Сложно перенести сайт на другую платформу, код может быть тяжёлым (влияет на скорость), базовая аналитика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Telegram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Мессенджер и блог-платформа (каналы).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Экспертов, кто умеет писать тексты и хочет собрать лояльное комьюнити вокруг себя или узкой темы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Прямой доступ к аудитории (уведомления), высокое доверие, отличный редактор, можно делать платные подписки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Нет встроенного продвижения (алгоритмов), подписчиков нужно приводить самому с других площадок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Яндекс.Дзен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Рекомендательная платформа для авторов.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Авторов текстов, которые хотят быстро получать трафик, не имея своей аудитории (лайфстайл, истории, полезные советы)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Встроенная огромная аудитория (алгоритмы сами продвигают статьи), понятная программа монетизации за дочитывания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Нет прямого контакта с читателями, доход нестабильный, требования к качеству и регулярности текстов (3-4 в неделю)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11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VK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Социальная сеть (универсальная).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Абсолютных новичков, кто хочет пробовать разные форматы и использовать уже готовую аудиторию друзей/однокурсников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Низкий порог входа, много форматов (посты, клипы, статьи, трансляции), есть встроенная монетизация (VK Donut), можно стартовать с личной страницы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Высокая конкуренция, алгоритмы постоянно меняются, личный блог на личной странице может мешать приватности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WordPress.org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Самостоятельная CMS (движок для сайта).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Самых серьезных и амбициозных блогеров, кто планирует зарабатывать и развивать проект годами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Абсолютная власть: можно делать всё, что угодно, полный контроль над дизайном, SEO и монетизацией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Требует покупки хостинга и домена, нужно разбираться в настройке (или учиться), вся ответственность за безопасность на тебе .</a:t>
                      </a:r>
                      <a:endParaRPr lang="ru-RU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2" descr="preencoded.png"/>
          <p:cNvPicPr/>
          <p:nvPr/>
        </p:nvPicPr>
        <p:blipFill>
          <a:blip r:embed="rId1"/>
          <a:stretch/>
        </p:blipFill>
        <p:spPr>
          <a:xfrm>
            <a:off x="0" y="36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5"/>
          <p:cNvSpPr/>
          <p:nvPr/>
        </p:nvSpPr>
        <p:spPr>
          <a:xfrm>
            <a:off x="415800" y="833400"/>
            <a:ext cx="1014012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Контент: о чём писать и как не выгореть?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415800" y="2170440"/>
            <a:ext cx="3323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Рубрики – твои спасители. Например: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- Понедельник: советы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- Среда: личное/юмор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- Пятница: подборки / Q&amp;A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4572000" y="2160000"/>
            <a:ext cx="332352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Контент-план – хотя бы на неделю вперёд. Можно в заметках или таблице.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640000" y="2160000"/>
            <a:ext cx="2699640" cy="23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Форматы: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Пост-знакомство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Полезный пост (лайфхак, инструкция)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Развлекательный (мем, история)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Интерактив (опрос, вопрос подпищикам)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540000" y="360000"/>
            <a:ext cx="5399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Техническая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сторона (для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новичков)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40000" y="1800000"/>
            <a:ext cx="737964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фото: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смартфон + дневной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свет (или дешёвый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софтбокс).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видео: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смартфон, штатив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(можно даже стопку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книг), бесплатные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программы для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монтажа: CapCut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(для телефона) или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DaVinci Resolve (для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стационарного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компьютера или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ноутбука).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текста: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Telegram, Notion,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 Docs.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Оформление: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Canva (тысячи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шаблонов),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бесплатные фото на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Unsplash, Pexels.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Главное: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не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волноваться о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качестве картинки,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ведь контент важнее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красивой картинки.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720000" y="540000"/>
            <a:ext cx="6659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Продвижение: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как найти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первых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подпищиков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00000" y="1260000"/>
            <a:ext cx="79196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Хештеги: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но не 30, а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3-5 точных и по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теме.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Взаимопиар: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договорись с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блогерами схожей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тематики.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Челленджи и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тренды: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если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соответствуют теме.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Общайся: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отвечай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комментарии.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Аналитика: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смотри,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какие посты заходят,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 делай больше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подобных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720000" y="360000"/>
            <a:ext cx="5399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Мотивация: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почему не надо </a:t>
            </a: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бросать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00000" y="1080000"/>
            <a:ext cx="68396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Первые 100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подписчиков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—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самые сложные,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дальше будет легче.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Блог — это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марафон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а не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спринт. Быстрых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результатов не стоит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сразу ожидать.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Тебя читают,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даже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если никто не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комментирует.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Ты улучшаешь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навыки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которые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пригодятся в жизни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(писать, говорить,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продавать).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Бонус: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Если не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знаешь, о чём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писать завтра —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напиши пост о том,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как трудно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придумывать темы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постов. Это 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работает!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0"/>
          <p:cNvSpPr/>
          <p:nvPr/>
        </p:nvSpPr>
        <p:spPr>
          <a:xfrm>
            <a:off x="1247040" y="2080440"/>
            <a:ext cx="10140120" cy="7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Спасибо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за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внимание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!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247040" y="3324960"/>
            <a:ext cx="9973800" cy="9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Я надеюсь, что представленный материал был полезен и вдохновит вас на новые идеи и проекты. Желаю вам успехов в ваших начинаниях.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LibreOffice/26.2.0.3$Linux_X86_64 LibreOffice_project/620$Build-3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2026-02-08T21:32:14Z</dcterms:created>
  <dc:creator>PptxGenJS</dc:creator>
  <dc:description/>
  <dc:language>ru-RU</dc:language>
  <cp:lastModifiedBy/>
  <dcterms:modified xsi:type="dcterms:W3CDTF">2026-02-18T21:24:33Z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